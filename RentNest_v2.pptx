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273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s://houseresntals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killogeetha1-rgb/houserentals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097280"/>
            <a:ext cx="5120640" cy="512064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182880"/>
            <a:ext cx="3291840" cy="3291840"/>
          </a:xfrm>
          <a:prstGeom prst="ellipse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1732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3246120"/>
            <a:ext cx="3017520" cy="640080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6692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· Search · Connect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RentNest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place you'll love to live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Rental Platform  |  Built with HTML, CSS &amp; JavaScript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95935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25880" y="379476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472" y="3959352"/>
            <a:ext cx="310896" cy="31089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103120" y="379476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712" y="395935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59736"/>
            <a:ext cx="246888" cy="246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19125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cards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92277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screen size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566160" y="45720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3566160" y="457200"/>
            <a:ext cx="5120640" cy="41148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3566160" y="640080"/>
            <a:ext cx="5120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730752" y="5943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931920" y="59436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4133088" y="59436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572000" y="548640"/>
            <a:ext cx="3291840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374904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RentNest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0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Properties  About  Contact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749040" y="13716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393192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place you'll love to live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3931920" y="21488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39319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→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749040" y="27432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 txBox="1"/>
          <p:nvPr/>
        </p:nvSpPr>
        <p:spPr>
          <a:xfrm>
            <a:off x="374904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▾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394960" y="27432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539496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▾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040880" y="27432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 txBox="1"/>
          <p:nvPr/>
        </p:nvSpPr>
        <p:spPr>
          <a:xfrm>
            <a:off x="704088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Rent ▾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749040" y="32004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3822192" y="3273552"/>
            <a:ext cx="1316736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364992"/>
            <a:ext cx="274320" cy="2743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3840480" y="39776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3840480" y="416052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3840480" y="4315968"/>
            <a:ext cx="45720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5394960" y="32004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5468112" y="3273552"/>
            <a:ext cx="1316736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364992"/>
            <a:ext cx="274320" cy="27432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486400" y="39776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5486400" y="416052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5"/>
          <p:cNvSpPr/>
          <p:nvPr/>
        </p:nvSpPr>
        <p:spPr>
          <a:xfrm>
            <a:off x="5486400" y="4315968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7040880" y="32004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7114032" y="3273552"/>
            <a:ext cx="1316736" cy="594360"/>
          </a:xfrm>
          <a:prstGeom prst="roundRect">
            <a:avLst>
              <a:gd name="adj" fmla="val 1230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364992"/>
            <a:ext cx="274320" cy="27432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7132320" y="39776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9"/>
          <p:cNvSpPr/>
          <p:nvPr/>
        </p:nvSpPr>
        <p:spPr>
          <a:xfrm>
            <a:off x="7132320" y="4160520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0"/>
          <p:cNvSpPr/>
          <p:nvPr/>
        </p:nvSpPr>
        <p:spPr>
          <a:xfrm>
            <a:off x="7132320" y="4315968"/>
            <a:ext cx="45720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behind 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822960" cy="82296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556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38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606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forms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227832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31520" y="32278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849624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31520" y="3849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layout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1325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74720" y="1554480"/>
            <a:ext cx="822960" cy="82296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75564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348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434840" y="1938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474720" y="2606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3474720" y="2606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474720" y="3227832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3474720" y="32278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474720" y="3849624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3474720" y="3849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&amp; hover effects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035040" y="13258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217920" y="1554480"/>
            <a:ext cx="822960" cy="82296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755648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1780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7178040" y="1938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217920" y="2606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 txBox="1"/>
          <p:nvPr/>
        </p:nvSpPr>
        <p:spPr>
          <a:xfrm>
            <a:off x="6217920" y="2606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filters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217920" y="3227832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 txBox="1"/>
          <p:nvPr/>
        </p:nvSpPr>
        <p:spPr>
          <a:xfrm>
            <a:off x="6217920" y="32278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6217920" y="3849624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 txBox="1"/>
          <p:nvPr/>
        </p:nvSpPr>
        <p:spPr>
          <a:xfrm>
            <a:off x="6217920" y="3849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requests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280160" cy="1280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82880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80360" y="1371600"/>
            <a:ext cx="1280160" cy="128016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737360"/>
            <a:ext cx="548640" cy="5486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6060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28800"/>
            <a:ext cx="365760" cy="36576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029200" y="1371600"/>
            <a:ext cx="1280160" cy="128016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737360"/>
            <a:ext cx="548640" cy="54864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7548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365760" cy="36576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178040" y="1371600"/>
            <a:ext cx="1280160" cy="1280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737360"/>
            <a:ext cx="548640" cy="5486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69037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548640" y="3383280"/>
            <a:ext cx="8046720" cy="123444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0"/>
          <p:cNvSpPr/>
          <p:nvPr/>
        </p:nvSpPr>
        <p:spPr>
          <a:xfrm>
            <a:off x="822960" y="361188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813048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691640" y="3611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22" name="Shape 12"/>
          <p:cNvSpPr/>
          <p:nvPr/>
        </p:nvSpPr>
        <p:spPr>
          <a:xfrm>
            <a:off x="2834640" y="361188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5808" y="3813048"/>
            <a:ext cx="365760" cy="36576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3703320" y="3611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25" name="Shape 14"/>
          <p:cNvSpPr/>
          <p:nvPr/>
        </p:nvSpPr>
        <p:spPr>
          <a:xfrm>
            <a:off x="4846320" y="361188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3813048"/>
            <a:ext cx="365760" cy="36576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715000" y="3611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</a:t>
            </a:r>
            <a:endParaRPr lang="en-US" sz="1400" dirty="0"/>
          </a:p>
        </p:txBody>
      </p:sp>
      <p:sp>
        <p:nvSpPr>
          <p:cNvPr id="28" name="Shape 16"/>
          <p:cNvSpPr/>
          <p:nvPr/>
        </p:nvSpPr>
        <p:spPr>
          <a:xfrm>
            <a:off x="6858000" y="361188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3813048"/>
            <a:ext cx="365760" cy="36576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726680" y="36118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019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5176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11880" y="169164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9019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2,500+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265176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77240" y="333756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5478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850+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383280" y="3017520"/>
            <a:ext cx="265176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3611880" y="333756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5478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2628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309360" y="1371600"/>
            <a:ext cx="2286000" cy="3063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492240" y="155448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69164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15544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92240" y="22677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404872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78040" y="22677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492240" y="298094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11810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178040" y="29809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492240" y="3694176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831336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78040" y="36941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help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F172A">
              <a:alpha val="25000"/>
            </a:srgbClr>
          </a:solidFill>
          <a:ln w="12700">
            <a:solidFill>
              <a:srgbClr val="0F172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find your next home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17320" y="251460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743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support@rentnest.com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228600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903720" y="251460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743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350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2976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1097280" y="42976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5E4B2F-2246-2FE3-BF3F-84B347B2EC5A}"/>
              </a:ext>
            </a:extLst>
          </p:cNvPr>
          <p:cNvSpPr txBox="1"/>
          <p:nvPr/>
        </p:nvSpPr>
        <p:spPr>
          <a:xfrm>
            <a:off x="627398" y="4318754"/>
            <a:ext cx="8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  <a:hlinkClick r:id="rId6"/>
              </a:rPr>
              <a:t>G</a:t>
            </a:r>
            <a:endParaRPr lang="en-IN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A1A813-74DD-C138-0E39-CBA562ABDEC5}"/>
              </a:ext>
            </a:extLst>
          </p:cNvPr>
          <p:cNvSpPr txBox="1"/>
          <p:nvPr/>
        </p:nvSpPr>
        <p:spPr>
          <a:xfrm>
            <a:off x="1106424" y="4318754"/>
            <a:ext cx="41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  <a:hlinkClick r:id="rId7"/>
              </a:rPr>
              <a:t>N</a:t>
            </a:r>
            <a:endParaRPr lang="en-IN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151</Words>
  <Application>Microsoft Office PowerPoint</Application>
  <PresentationFormat>On-screen Show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RentNest</dc:title>
  <dc:subject>PptxGenJS Presentation</dc:subject>
  <dc:creator>PptxGenJS</dc:creator>
  <cp:lastModifiedBy>Aarohan</cp:lastModifiedBy>
  <cp:revision>2</cp:revision>
  <dcterms:created xsi:type="dcterms:W3CDTF">2026-10-05T07:35:28Z</dcterms:created>
  <dcterms:modified xsi:type="dcterms:W3CDTF">2026-10-05T08:54:18Z</dcterms:modified>
</cp:coreProperties>
</file>